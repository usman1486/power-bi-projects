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72" d="100"/>
          <a:sy n="72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221519"/>
                  </p:ext>
                </p:extLst>
              </p:nvPr>
            </p:nvGraphicFramePr>
            <p:xfrm>
              <a:off x="0" y="1170879"/>
              <a:ext cx="11470988" cy="568712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1170879"/>
                <a:ext cx="11470988" cy="56871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1149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webextension1.xml><?xml version="1.0" encoding="utf-8"?>
<we:webextension xmlns:we="http://schemas.microsoft.com/office/webextensions/webextension/2010/11" id="{b7f08bc0-5a4e-4ff5-80b8-754fc3bbe37a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5c70ef2-34ba-4b94-8531-8007ddc82d48/ReportSection?bookmarkGuid=27ed533b-e33f-4200-ac20-61afe1b5f80e&amp;bookmarkUsage=1&amp;ctid=4f081b06-f15e-4582-b489-98855ecfbfe0&amp;fromEntryPoint=export&amp;OR=ProtocolHandler&amp;CID=9146AFFD-9750-4920-9686-6B289C9D1710&amp;CT=1678304409983&quot;"/>
    <we:property name="reportState" value="&quot;CONNECTED&quot;"/>
    <we:property name="reportEmbeddedTime" value="&quot;2023-03-08T19:41:29.377Z&quot;"/>
    <we:property name="creatorSessionId" value="&quot;91a6b65d-f34e-43e5-a1df-62db9c3b5ee5&quot;"/>
    <we:property name="creatorUserId" value="&quot;10032001ED0FDA13&quot;"/>
    <we:property name="creatorTenantId" value="&quot;4f081b06-f15e-4582-b489-98855ecfbfe0&quot;"/>
    <we:property name="reportName" value="&quot;Atlic Hardware Business In India&quot;"/>
    <we:property name="isFiltersActionButtonVisible" value="true"/>
    <we:property name="initialStateBookmark" value="&quot;H4sIAAAAAAAAA+1YbW/TMBD+K8hfAClCeWnSdN+2MiQ09loEH9A0OfalM0vjYDtjZep/5+wkW1u27oWBisanJnfO+bnnuZyvuSRc6Kqg0z06AbJBtqQ8m1B19iIgHilb2/7+zu7m0c7J3ubuNpplZYQsNdm4JIaqMZhPQte0sBHQ+OXYI7QoDujY3uW00OCRCpSWJS3ED2gWo8uoGmYegYuqkIrakCNDDdiw57gc73Hv4E2EO1JmxDmMgJnGegSVVKa794hurhykRZ8N5jYcytJQUWJga8t5wqDXzyPGWAx+hL+xs4vCtEuy6fZFpTAfzHJaWR42+TktGXDiQCvQut1hF6iulUO+veAYyVoxOILcuUojzBTjtMv1i1fhazJDCg6URIKc7wjOoazBmU/l96ECpISTDX92jBYtynHRMnid2scGHqPKQpPZV8zdpoAPSMVBbU1dFm+F6kgJvSWgfyQDhGz1zeIwokka9ljsp0HCkoivBdUjWqDjEK//XbLnc2joToKeH7A8SP2YJ1nq+5SxtaD79sr2rnAM0TSWSjBkfBnKUBb1pLwvEu2IYbU2cmLTXgJjHWg/cR3uEfJnVA1PqTJrUALz71vXKdH9da4ltrQ2sP4kj1iB9o3nkEKWDAb9ftpPIIwz1ruzBNdFeu/f6UFrVISLfWg9yjDxMzzWAx5nMfQSFqV+8PfLkNuJZgntBEeR00e3Hl0IBmpBc4K5j52OuB116VTNdgIav+TODS7bS/JBIANN7E+0qG3Yl1tUC/bS6teeJDdq6JbrRyt4Jx2NdKk/iPN+kKcxTaNs0OODAB5/iD0V0ClQ9V+xayIarTIAyMKc9vthlIZhnAz60bMdOOxfJzC/9KfW/H/ceEoWm/LD5kDZwMc5N+Mc+32CzeLO8vsoqz3kslnjXpLuDydS907JiVvc/iXWdfatBkxnmdVR58Drw+5iZSQb4rYjzSON2K482wcm8w8sqHK9GlUYQYH035/u5sYBWnmQeh2OXEDBid1q/0kr7grIZHWZoV5kI3Z6N2mHcyTdk1UM8/kULCRHU8lF94Hg/RJfD2iW92XSJUGzAlZE6Kqp7efPZwj+jW8ez6wxPmQAdm/LTROHrI2uKIMDWsINkwfKTEsO/I7pw33YI24TVES0pb3iAfu572pWmc1+AoMeWI15FAAA&quot;"/>
    <we:property name="bookmark" value="&quot;H4sIAAAAAAAAA+1YbW/bNhD+KwW/dAOEQS/Wi/Nt8TpgQNelcZF9KIKBIk8OW1nUSCqrF/i/70hKjuV6zcvcwkH2xabuSN5zzx2PJ90QLnRb09UbugRyQk6l/Lik6uOLiASkGcuyCljEozRMJnHEY/zNKM6SrRGy0eTkhhiqFmAuhO5obTdE4fvLgNC6PqML+1TRWkNAWlBaNrQWf4OfjCqjOlgHBD61tVTUbjk31IDd9hqn4zNCiX5I0CJlRlzDHJjx0nNopTLDc0C0HzlIY53dzBmcycZQ0eDGVlbxjMEkrxLGWAphgv+pk4va9FPK1atPrUJ/0MtVa2n5kV/ThgEnDrQCrXsLvwLVnXLIX40Uc9kpBudQOVVjhFnhPv10/eK7+HuyRgrOlESCnO4crqHpwImv5F8zBUgJJyfh+hIlWjSLumfw1rV3Hh6jykKT5Qf03bqAC6TioE5XzoufhBpIiYMdoF/FA4Rs41umcUKzIp6wNCyijGUJPwqq57RGxVscP12yt33wdGfRJIxYFRVhyrOyCEPK2FHQ/e+ZHWxwzFC0kEowZHwXykzW3bK5LxLtiGGdNnJp3d4BYxUo/8MVvEeEv6RqdkWVOYIU2D5vQ6VE9YetktjT6mF9TR4xA+2J51BAmU2neV7kGcRpySZ3puCxhD54OjXoiJJwXIeOIw2zsMRrPeJpmcIkY0kRRt8+DbntaHbQLrEVuXp06dG1YKBGMSfo+8LFEc1R507rzQnwesmdGpy3N+S1QAb83he07uy2L0+pFuyljV9/k+yNoZuuHx3BO+nwoSvCaVrlUVWktEjK6YRPI3j8JXYooCug6uARW0DjQ/FZ0Lyz49HF0BjjYf5ZyaVb1nfyGi3s8yIgHkdoD+bvV2BPvAtfw8XQI/+yQ88DIuwfnP39fKHVTda835t7cRjlr+3MS597bs1TTOXBY5fEJQCUcUXzPE6KOE6zaZ48207Mvk6C+SxFevH/fdghWfTph1WTsmmILwAl53gRZlhF70y/d7J9g1zes+B05Z8doDu7rM4HBY7fDoMHlq7bu/62fgWbBcvtBaOojKrdHGqk/xC1bNxhBAOOSkDNiTX120EzbgNk+eU0w3iRk9TF27sdb5F0T1a/8a2w26shEFrW8IUdhmzq6/nzeTv4Dx+DnllhfMibgTst+1ox2RndUgZntIE9nQeGmTYc+B3dh/2suWk91ut/AEglViNwFQAA&quot;"/>
    <we:property name="embedUrl" value="&quot;/reportEmbed?reportId=35c70ef2-34ba-4b94-8531-8007ddc82d48&amp;config=eyJjbHVzdGVyVXJsIjoiaHR0cHM6Ly9XQUJJLVdFU1QtRVVST1BFLUUtUFJJTUFSWS1yZWRpcmVjdC5hbmFseXNpcy53aW5kb3dzLm5ldCIsImVtYmVkRmVhdHVyZXMiOnsibW9kZXJuRW1iZWQiOnRydWUsInVzYWdlTWV0cmljc1ZOZXh0Ijp0cnVlfX0%3D&amp;disableSensitivityBanner=true&quot;"/>
    <we:property name="datasetId" value="&quot;b4c6d2bb-5d3e-4b7a-804c-915f624af51f&quot;"/>
    <we:property name="pageName" value="&quot;ReportSection&quot;"/>
    <we:property name="pageDisplayName" value="&quot;Bussiness&quot;"/>
    <we:property name="backgroundColor" value="&quot;#FFFFFF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348650f7-0c8e-4614-a499-0806bb427d82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5c70ef2-34ba-4b94-8531-8007ddc82d48/ReportSectione66f7d49d70b0504e533?bookmarkGuid=848eecf7-dc90-426f-b8fc-3db192917ffe&amp;bookmarkUsage=1&amp;ctid=4f081b06-f15e-4582-b489-98855ecfbfe0&amp;fromEntryPoint=export&amp;OR=ProtocolHandler&amp;CID=43E1C2C0-BB72-47F1-98C6-1FC755B285DC&amp;CT=1678304631705&quot;"/>
    <we:property name="reportState" value="&quot;CONNECTED&quot;"/>
    <we:property name="reportEmbeddedTime" value="&quot;2023-03-08T19:44:02.745Z&quot;"/>
    <we:property name="creatorSessionId" value="&quot;0e7e84a5-30b8-42d7-a6f0-3b301c15080a&quot;"/>
    <we:property name="creatorUserId" value="&quot;10032001ED0FDA13&quot;"/>
    <we:property name="creatorTenantId" value="&quot;4f081b06-f15e-4582-b489-98855ecfbfe0&quot;"/>
    <we:property name="reportName" value="&quot;Atlic Hardware Business In India&quot;"/>
    <we:property name="isFiltersActionButtonVisible" value="true"/>
    <we:property name="initialStateBookmark" value="&quot;H4sIAAAAAAAAA+1WUW/aMBD+K8hPmxRNsKRl5Y1RpEktLYMJaZpQdTgHuDV2ZDusGcp/39kJFERV9syal8R3l/P3fbG/eMNSYTMJxR2skHXYV62fVmCeGi0WMVXH7u9vBt3RzcNdd9CnsM6c0MqyzoY5MAt0E2FzkL4DBX9NIwZSDmHhR3OQFiOWobFagRR/sCqmlDM5lhHD50xqA77l2IFD33ZN5TSmuVufYpoRuBNrHCN3VXSEmTauHuPl5bydJldpuzlrXjQTvIj9O7bKBpin6/2kAVhPKwdCEQAf+4LpVQuSdsKTOIYk5hxD7VxIV5fMiv5zZog3qVFkXq9uugbFMWWBnEFbcdmwAYLNTWDYP0iMdW44jnAeUsoJV1Cfutw2Pnz+yEqSamg0CRlyI1yjyjGEl/p3zyBJl7JOs4xO4/gm0IDhy+KWushjOLv8cWoLYQJGVN8sQP9XShYk8Un9Z/bI60W3a8YOOPLiYVe5B4ldU7DxEvDpmgj7iWDe1KRHoYU2goP8j2T5noOh9fquzJEyA9ruy/dddCjKNRSvSDKliBVqIWsLf/HMH5VSkmyzt6SV5v8Rs0dyW2+Q5da+CdPjnifX660Iznm+Wm4d6Zw57tnLOdPcecU5k6z2/rQM1/4+Ziuks55/0LmzGXAcgsKwe7NqRoGhjlwSVOo9Izwbf78VtD4qy5iAzD3kcDJkYRJyETGTeOIFf15kAVZA9xcHF4mxugoAAA==&quot;"/>
    <we:property name="bookmark" value="&quot;H4sIAAAAAAAAA+1WUW/aMBD+K8hPmxRNyZLC4G2jlfbQTgwmpGlC02Ef4NbYke2wZoj/3rMTKIhp3TNrXhLfHXff98X+yJYJ6UoF9RdYIxuwT8Y8rME+dDKWMH0ay3km5qIoevP0Kuun0IW8R1Wm9NJoxwZb5sEu0U+lq0CFhhT8MUsYKDWCZVgtQDlMWInWGQ1K/sammFLeVrhLGD6WylgILScePIa2GyqnNUHJ3uU0EbiXG5wg9010jKWxvl1jt7voiaIveinhTAu8ysNvXJONMF+uD0MjsKHRHqQmACH2AUU/g6JX8CLPocg5x1i7kMq3JfP65rG0xJvUqMsg30exAc1RsEjOomu4bNkdgqtsZHhzkpiYynIc4yKmtJe+pj5tueu8ef+W7UiqkTUkZMyNcYO6whhemV9DiySdYIN0l7yM47NEC5av6lvqos7hHPLnqT2EKVjZvLMI/V8pOVDER4TXHJC3e/DQjJ1w5PXPQ+URJHZNwc5zIKRbIuw7gv2rJkMKLY2VHNR/JMvXCizt11dlzpS5o+O+ej1Fp6JcQ/0HSWYUcVIvVWvhz575rVFKkW0OV7TTwn/E/J7cNhjkbm/fhOn+yJPb/VZH57xcLfeOdMkcj+zlkmkevOKSSTZnf7aL1/E5Zmukb73wYCrvSuA4Ao3x9JbNRImxjlwStAieEZ9tuN9K2h+NZUxBVQFy/DJkcUyc9gS3EH3/mQoAAA==&quot;"/>
    <we:property name="embedUrl" value="&quot;/reportEmbed?reportId=35c70ef2-34ba-4b94-8531-8007ddc82d48&amp;config=eyJjbHVzdGVyVXJsIjoiaHR0cHM6Ly9XQUJJLVdFU1QtRVVST1BFLUUtUFJJTUFSWS1yZWRpcmVjdC5hbmFseXNpcy53aW5kb3dzLm5ldCIsImVtYmVkRmVhdHVyZXMiOnsibW9kZXJuRW1iZWQiOnRydWUsInVzYWdlTWV0cmljc1ZOZXh0Ijp0cnVlfX0%3D&amp;disableSensitivityBanner=true&quot;"/>
    <we:property name="datasetId" value="&quot;b4c6d2bb-5d3e-4b7a-804c-915f624af51f&quot;"/>
    <we:property name="pageName" value="&quot;ReportSectione66f7d49d70b0504e533&quot;"/>
    <we:property name="pageDisplayName" value="&quot;Overall &quot;"/>
    <we:property name="backgroundColor" value="&quot;#FFFFFF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Muhammad Usman</cp:lastModifiedBy>
  <cp:revision>5</cp:revision>
  <dcterms:created xsi:type="dcterms:W3CDTF">2018-06-07T21:39:02Z</dcterms:created>
  <dcterms:modified xsi:type="dcterms:W3CDTF">2023-03-08T19:50:55Z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